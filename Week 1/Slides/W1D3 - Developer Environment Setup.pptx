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82296"/>
            <a:ext cx="2834640" cy="5061204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502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0" y="1664208"/>
            <a:ext cx="457200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745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essentials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virtual envs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first contact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TECHCATALYST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engineering toolkit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GitHub Codespaces, Python environments, and your first Git workflow — set up by hand, understood by hand.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  ·  TechCatalyst Data Engineering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Block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– 8:30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&amp; stand-up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 – 9:30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toolkit map + why environments matter (AI-free zone rules)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9:45 – 11:00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and GitHub Codespaces — demo + follow-along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– 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interpreters, venv, pip — demo + follow-along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 – 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mental model and first commands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 – 4:30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lab: complete your environment checklist (pairs)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4:30 – 5:00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clinic + recap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RULES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1–4 are an AI-free zone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1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“You can't review code you couldn't have written.”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977640" cy="22860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20240"/>
            <a:ext cx="50292" cy="22860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299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Until Week 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" y="2377440"/>
            <a:ext cx="3666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Copilot, no LLM-generated code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Python, SQL, and Git commands by hand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messages; debug yourself first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man pages, and your peers are fair game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3977640" cy="22860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920240"/>
            <a:ext cx="50292" cy="2286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0299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do this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8032" y="2377440"/>
            <a:ext cx="3666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fluency only comes from typing it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resilience is the #1 junior skill gap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6 you'll use Copilot as a reviewer-in-charge, not a crutch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test you without AI too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TOOLKIT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toolkit map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508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508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— local or in the browser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1508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1508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 machine in the cloud, attached to your repo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1508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1508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 work happens — Week 2 deep dive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2606040" cy="1508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71800"/>
            <a:ext cx="50292" cy="1508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81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+ venv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" y="3429000"/>
            <a:ext cx="2295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reproducible project environments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73552" y="2971800"/>
            <a:ext cx="2606040" cy="1508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73552" y="2971800"/>
            <a:ext cx="50292" cy="1508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5" name="Text 23"/>
          <p:cNvSpPr/>
          <p:nvPr/>
        </p:nvSpPr>
        <p:spPr>
          <a:xfrm>
            <a:off x="3438144" y="3081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38144" y="3429000"/>
            <a:ext cx="2295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44184" y="297180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text, files, and commands. Master these and every cloud tool gets easier.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&amp; Codespaces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editor, anywhere.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essentials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Must-know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does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palette (Ctrl/Cmd+Shift+P)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any command without hunting menus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terminal (Ctrl+`)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inside the editor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Explorer &amp; quick open (Ctrl/Cmd+P)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to any file by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Jupyter, GitLens — install today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control panel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Stage, commit, push with visual diff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we'll tour each of these live, then you replicate in the lab.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Codespaces: your cloud dev machine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28600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523390"/>
            <a:ext cx="217627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1986077"/>
            <a:ext cx="217627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+ config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286000" cy="10058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523390"/>
            <a:ext cx="217627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9584" y="1986077"/>
            <a:ext cx="217627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VM + VS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463040"/>
            <a:ext cx="219456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523390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browser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1384" y="1986077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installs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1965960"/>
            <a:ext cx="68580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1965960"/>
            <a:ext cx="68580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 identical environment for everyone, nothing blocked by corporate machines.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Ubuntu machine: full terminal, Python, Git — everything we need for Weeks 1–4.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120 core-hours/month per account — stop your codespace when done.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options: Google Colab (when not blocked) or an Ubuntu VM.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environments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starts here.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environments: why and how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9718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 isolated environment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activate it (Linux/macOS)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+ freeze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requests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= one environment. No shared global packages.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project A needs pandas 2.x, project B needs 1.5 — without isolation they fight.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makes your environment reproducible by anyone, anywhere.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shows (.venv) when active — make checking it a reflex.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Git: first contact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not saves. Week 2 goes deeper.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mental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78308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891894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375611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78308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891894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15184" y="2375611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to commit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78308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891894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repository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2375611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snapshots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783080" cy="10515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891894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(GitHub)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1424" y="2375611"/>
            <a:ext cx="167335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team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2240280"/>
            <a:ext cx="3200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167128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1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2240280"/>
            <a:ext cx="3200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270248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1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2240280"/>
            <a:ext cx="3200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373368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1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a snapshot of your whole project with a message explaining why.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is your compass — run it constantly.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init/clone, add, commit, push. Week 2: branching, PRs, merge conflicts.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Day-one Git commands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9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Command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does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&lt;url&gt;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 remote repo to your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changed, what's staged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&lt;file&gt;  ·  git add 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changes for the next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-m "message"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staged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commits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+ merge the latest from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 --oneline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at a glance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lab: your environment, end to end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today with a fully working, verified development environment you built yourself.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GitHub account/repo for the course: techcatalyst-2026-&lt;name&gt;.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Codespace; verify Python, pip, and Git versions in the terminal.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venv, install pandas + requests, generate requirements.txt.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hello_data.py (prints pandas version), commit, and push it.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verification checklist; screenshot each green check.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repo with hello_data.py, requirements.txt, and a completed checklist in README.md.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2161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 are AI-free: fluency and debugging resilience come from writing code by hand.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 gives everyone an identical Linux dev machine — stop it when you're done.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642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one venv, one requirements.txt — reproducibility is a professional habit.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working dir → staging → local → remote. git status is your compass.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your first cloud resources — object storage with GCS, compared to S3.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W1D3 Developer Environment Setup</dc:title>
  <dc:subject>PptxGenJS Presentation</dc:subject>
  <dc:creator>TechCatalyst DE 2026</dc:creator>
  <cp:lastModifiedBy>TechCatalyst DE 2026</cp:lastModifiedBy>
  <cp:revision>1</cp:revision>
  <dcterms:created xsi:type="dcterms:W3CDTF">2026-06-11T11:31:12Z</dcterms:created>
  <dcterms:modified xsi:type="dcterms:W3CDTF">2026-06-11T11:31:12Z</dcterms:modified>
</cp:coreProperties>
</file>