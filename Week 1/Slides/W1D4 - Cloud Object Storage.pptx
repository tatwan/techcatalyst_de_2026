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Shape 1"/>
          <p:cNvSpPr/>
          <p:nvPr/>
        </p:nvSpPr>
        <p:spPr>
          <a:xfrm>
            <a:off x="6309360" y="82296"/>
            <a:ext cx="2834640" cy="5061204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4" name="Text 2"/>
          <p:cNvSpPr/>
          <p:nvPr/>
        </p:nvSpPr>
        <p:spPr>
          <a:xfrm>
            <a:off x="6537960" y="5029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1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4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37960" y="1664208"/>
            <a:ext cx="457200" cy="320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537960" y="1874520"/>
            <a:ext cx="2468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4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vs file vs block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4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anatomy &amp; classes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4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access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4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gcloud CLI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4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zone lab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TECHCATALYST DE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object storage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94360" y="32004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hands-on — buckets, classes, lifecycle, security — with S3 as your second language.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46177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Hartford  ·  TechCatalyst Data Engineering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agenda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4  ·  2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81381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492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Time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Block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8:00 – 8:30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Recap &amp; stand-up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8:30 – 9:45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 storage concepts; GCS anatomy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10:00 – 11:00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classes, lifecycle, versioning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11:00 – 12:00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Security: IAM, uniform access, signed URLs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1:00 – 2:00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Instructor demo: console + gcloud storage CLI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2:00 – 4:00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Lab: build your landing zone (GCS) + S3 comparison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4:00 – 5:00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think: storage layout for the taxi pipeline + recap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kinds of storage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4  · 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2606040" cy="274320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280160"/>
            <a:ext cx="50292" cy="2743200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" y="13898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67512" y="1737360"/>
            <a:ext cx="229514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volumes attached to a VM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low-level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Databases, boot disks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Persistent Disk, EBS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73552" y="1280160"/>
            <a:ext cx="2606040" cy="274320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12" name="Shape 10"/>
          <p:cNvSpPr/>
          <p:nvPr/>
        </p:nvSpPr>
        <p:spPr>
          <a:xfrm>
            <a:off x="3273552" y="1280160"/>
            <a:ext cx="50292" cy="2743200"/>
          </a:xfrm>
          <a:prstGeom prst="rect">
            <a:avLst/>
          </a:prstGeom>
          <a:solidFill>
            <a:srgbClr val="B97516"/>
          </a:solidFill>
          <a:ln/>
        </p:spPr>
      </p:sp>
      <p:sp>
        <p:nvSpPr>
          <p:cNvPr id="13" name="Text 11"/>
          <p:cNvSpPr/>
          <p:nvPr/>
        </p:nvSpPr>
        <p:spPr>
          <a:xfrm>
            <a:off x="3438144" y="13898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38144" y="1737360"/>
            <a:ext cx="229514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folders over a network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paths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drives, legacy apps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Filestore, EFS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44184" y="1280160"/>
            <a:ext cx="2606040" cy="274320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16" name="Shape 14"/>
          <p:cNvSpPr/>
          <p:nvPr/>
        </p:nvSpPr>
        <p:spPr>
          <a:xfrm>
            <a:off x="6044184" y="1280160"/>
            <a:ext cx="50292" cy="274320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7" name="Text 15"/>
          <p:cNvSpPr/>
          <p:nvPr/>
        </p:nvSpPr>
        <p:spPr>
          <a:xfrm>
            <a:off x="6208776" y="13898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08776" y="1737360"/>
            <a:ext cx="229514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+ metadata in buckets, via HTTP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Infinitely scalable, cheap, durable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lakes, backups, ML data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GCS, S3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42062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is the data engineer's home turf — every pipeline this summer starts by landing data in a bucket.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CLOUD STORAGE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GCS anatomy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4  ·  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2194560" cy="1005840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" y="1614830"/>
            <a:ext cx="2084832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57784" y="2077517"/>
            <a:ext cx="2084832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permissions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554480"/>
            <a:ext cx="2194560" cy="1005840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46704" y="1614830"/>
            <a:ext cx="2084832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Bucket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346704" y="2077517"/>
            <a:ext cx="2084832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 unique name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0760" y="1554480"/>
            <a:ext cx="2560320" cy="100584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35624" y="1614830"/>
            <a:ext cx="2450592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135624" y="2077517"/>
            <a:ext cx="2450592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raw/2026/06/trips.parquet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97480" y="2057400"/>
            <a:ext cx="594360" cy="0"/>
          </a:xfrm>
          <a:prstGeom prst="line">
            <a:avLst/>
          </a:prstGeom>
          <a:noFill/>
          <a:ln w="22225">
            <a:solidFill>
              <a:srgbClr val="B2222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86400" y="2057400"/>
            <a:ext cx="594360" cy="0"/>
          </a:xfrm>
          <a:prstGeom prst="line">
            <a:avLst/>
          </a:prstGeom>
          <a:noFill/>
          <a:ln w="22225">
            <a:solidFill>
              <a:srgbClr val="B22222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02920" y="2880360"/>
            <a:ext cx="8138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–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 are flat — “folders” are just object name prefixes with slashes.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–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names are global across all of Google Cloud: pick a convention (techcatalyst-de-2026-&lt;your-username&gt;-raw).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–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are immutable — you overwrite, you don't edit in place.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–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nines of durability: Google stores copies redundantly; losing an object is essentially impossible.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CLOUD STORAGE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 classes: pay for access patterns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4  ·  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81381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03120"/>
                <a:gridCol w="173736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Class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Access pattern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Storage cost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Typical DE use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 — frequent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pipeline data, serving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~Monthly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Recent archives, monthly reporting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~Quarterly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still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copies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~Yearly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Long-term retention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379476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out: </a:t>
            </a:r>
            <a:pPr indent="0" marL="0"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colder classes charge retrieval fees and minimum storage durations. Lifecycle rules can transition objects automatically — e.g., raw files → Nearline after 30 days, delete after 365.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Securing your buckets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4  ·  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3977640" cy="141732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280160"/>
            <a:ext cx="50292" cy="1417320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" y="138988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Uniform bucket-level access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67512" y="1737360"/>
            <a:ext cx="366674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IAM policy for the whole bucket — the modern default; avoid per-object ACLs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3977640" cy="141732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1280160"/>
            <a:ext cx="50292" cy="1417320"/>
          </a:xfrm>
          <a:prstGeom prst="rect">
            <a:avLst/>
          </a:prstGeom>
          <a:solidFill>
            <a:srgbClr val="B97516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138988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Public access prevention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28032" y="1737360"/>
            <a:ext cx="366674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org-wide at The Hartford — no accidental public buckets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2834640"/>
            <a:ext cx="3977640" cy="141732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2834640"/>
            <a:ext cx="50292" cy="141732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" y="294436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Signed URLs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67512" y="3291840"/>
            <a:ext cx="366674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Time-limited links for sharing single objects without granting IAM roles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2834640"/>
            <a:ext cx="3977640" cy="141732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20" name="Shape 18"/>
          <p:cNvSpPr/>
          <p:nvPr/>
        </p:nvSpPr>
        <p:spPr>
          <a:xfrm>
            <a:off x="4663440" y="2834640"/>
            <a:ext cx="50292" cy="141732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21" name="Text 19"/>
          <p:cNvSpPr/>
          <p:nvPr/>
        </p:nvSpPr>
        <p:spPr>
          <a:xfrm>
            <a:off x="4828032" y="294436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Encryption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828032" y="3291840"/>
            <a:ext cx="366674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by default at rest and in transit; CMEK when you must control keys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HANDS-ON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CLI you'll actually use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4  ·  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8138160" cy="2743200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7772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make a bucket (region matters!)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gcloud storage buckets create gs://techcatalyst-de-2026-demo-raw --location=us-east1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upload, list, copy, delete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gcloud storage cp trips.parquet gs://techcatalyst-de-2026-demo-raw/raw/2026/06/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gcloud storage ls -l gs://techcatalyst-de-2026-demo-raw/raw/**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gcloud storage rm gs://techcatalyst-de-2026-demo-raw/tmp/*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AWS equivalent you saw in 2025-style shops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s3 cp trips.parquet s3://techcatalyst-de-2026-demo-raw/raw/2026/06/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42062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for exploring; CLI for anything you'll do twice. Scripts beat clicks.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CLOUDS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GCS ↔ S3 translation card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4  ·  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81381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Concept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GCS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Amazon S3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Bucket (global names)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Bucket (global names)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control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IAM + uniform access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IAM policies + bucket policies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/ Nearline / Coldline / Archive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/ IA / Glacier tiers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 rules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 configuration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gcloud storage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s3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triggers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Pub/Sub notifications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Events → Lambda/SQS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43891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mental model, different names. You'll move between them without friction.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GROUP ACTIVITY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— build your landing zone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4  ·  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720840" y="1188720"/>
            <a:ext cx="1920240" cy="457200"/>
          </a:xfrm>
          <a:prstGeom prst="rect">
            <a:avLst/>
          </a:prstGeom>
          <a:solidFill>
            <a:srgbClr val="7E1416"/>
          </a:solidFill>
          <a:ln/>
        </p:spPr>
      </p:sp>
      <p:sp>
        <p:nvSpPr>
          <p:cNvPr id="8" name="Text 6"/>
          <p:cNvSpPr/>
          <p:nvPr/>
        </p:nvSpPr>
        <p:spPr>
          <a:xfrm>
            <a:off x="6720840" y="1188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120 min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207008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— </a:t>
            </a:r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secure, organize, and script a GCS landing zone for the taxi pipeline.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965960"/>
            <a:ext cx="7955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Console: create &lt;name&gt;-raw bucket in us-east1, uniform access, upload sample files.</a:t>
            </a:r>
            <a:endParaRPr lang="en-US" sz="13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object URL — explain the AccessDenied you get, then make one object readable properly.</a:t>
            </a:r>
            <a:endParaRPr lang="en-US" sz="13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CLI: repeat everything with gcloud storage; add a lifecycle rule (Nearline after 30 days).</a:t>
            </a:r>
            <a:endParaRPr lang="en-US" sz="13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versioning; overwrite a file; recover the previous generation.</a:t>
            </a:r>
            <a:endParaRPr lang="en-US" sz="13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Stretch: do the same flow in S3 and note every difference you hit.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4224528"/>
            <a:ext cx="8138160" cy="50292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4224528"/>
            <a:ext cx="50292" cy="502920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2245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</a:t>
            </a:r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markdown with commands, screenshots, and answers to embedded questions — committed to your repo.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GROUP ACTIVITY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Group think — taxi storage layout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4  · 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720840" y="1188720"/>
            <a:ext cx="1920240" cy="457200"/>
          </a:xfrm>
          <a:prstGeom prst="rect">
            <a:avLst/>
          </a:prstGeom>
          <a:solidFill>
            <a:srgbClr val="7E1416"/>
          </a:solidFill>
          <a:ln/>
        </p:spPr>
      </p:sp>
      <p:sp>
        <p:nvSpPr>
          <p:cNvPr id="8" name="Text 6"/>
          <p:cNvSpPr/>
          <p:nvPr/>
        </p:nvSpPr>
        <p:spPr>
          <a:xfrm>
            <a:off x="6720840" y="1188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45 min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207008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— </a:t>
            </a:r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bucket and prefix structure your team will use for the next 7 weeks.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965960"/>
            <a:ext cx="7955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Decide: one bucket with raw/ and processed/ prefixes, or separate buckets? Defend the choice.</a:t>
            </a:r>
            <a:endParaRPr lang="en-US" sz="13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date-partitioned naming scheme (e.g., raw/yellow/year=2026/month=06/...).</a:t>
            </a:r>
            <a:endParaRPr lang="en-US" sz="13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storage classes and a lifecycle policy for each zone.</a:t>
            </a:r>
            <a:endParaRPr lang="en-US" sz="13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Whiteboard readout: 3 minutes per team, critique welcome.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4224528"/>
            <a:ext cx="8138160" cy="50292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4224528"/>
            <a:ext cx="50292" cy="502920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2245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</a:t>
            </a:r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 storage layout convention — your team uses it for the rest of the program.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4  ·  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384048" cy="38404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8992" y="1216152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= scalable, durable, cheap; it's the landing zone of every modern pipeline.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1947672"/>
            <a:ext cx="384048" cy="38404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8992" y="1929384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 are flat; prefixes fake the folders. Naming conventions are architecture.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02920" y="2660904"/>
            <a:ext cx="384048" cy="38404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8992" y="2642616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storage class to access pattern, and automate transitions with lifecycle rules.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02920" y="3374136"/>
            <a:ext cx="384048" cy="38404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78992" y="335584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IAM access, no public buckets, signed URLs for sharing.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02920" y="4087368"/>
            <a:ext cx="384048" cy="38404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78992" y="40690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Tomorrow: architecture day — Lambda, Kappa, Medallion, and your first pipeline design.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W1D4 Cloud Object Storage</dc:title>
  <dc:subject>PptxGenJS Presentation</dc:subject>
  <dc:creator>TechCatalyst DE 2026</dc:creator>
  <cp:lastModifiedBy>TechCatalyst DE 2026</cp:lastModifiedBy>
  <cp:revision>1</cp:revision>
  <dcterms:created xsi:type="dcterms:W3CDTF">2026-06-11T11:31:12Z</dcterms:created>
  <dcterms:modified xsi:type="dcterms:W3CDTF">2026-06-11T11:31:12Z</dcterms:modified>
</cp:coreProperties>
</file>